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DEB9ACF-32BA-603C-9A91-D00D84B54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35973672-913E-093D-A79D-39A7952E7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344528FB-8EB8-57A3-78D1-AF69E8F8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3A8CC-0741-418E-B090-8625B971B46D}" type="datetimeFigureOut">
              <a:rPr lang="hr-HR" smtClean="0"/>
              <a:t>21.10.2026.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509CEF6A-D87A-3B9F-763E-8A954DBD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563FEF9B-6306-F6AA-106F-34A9892C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AA56-D20D-4A87-8F69-76E1DBDAB55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6616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153B18B-9D0A-7944-9E66-666D1AB3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CD7FACB-BD5D-5A27-0DEC-1D1CB6C8E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B320040-8EE8-B4B4-55CA-58246C71D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3A8CC-0741-418E-B090-8625B971B46D}" type="datetimeFigureOut">
              <a:rPr lang="hr-HR" smtClean="0"/>
              <a:t>21.10.2026.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BE7634E4-37C5-0181-C968-27F1226D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DD458312-8963-3932-4842-12C9C437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AA56-D20D-4A87-8F69-76E1DBDAB55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8832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8DF6142-1FA9-4E08-846B-A5CC8144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1D13EF84-2724-42D5-DE5B-E6D459FCC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018FD9C2-EB79-1BD4-2A07-2D2A01833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3A8CC-0741-418E-B090-8625B971B46D}" type="datetimeFigureOut">
              <a:rPr lang="hr-HR" smtClean="0"/>
              <a:t>21.10.2026.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381BB892-BC6D-4025-F899-93BF4EDD6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6874FA53-932F-82AE-2DA3-8F3CE74E3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AA56-D20D-4A87-8F69-76E1DBDAB55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96193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49E0112-757B-D27B-415B-6B86D795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2562B17-262C-381A-1F09-E0A0498C8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8724CE64-A818-47A5-188E-2647C1DDA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420DE876-3C62-E01A-AF63-1EC22313E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3A8CC-0741-418E-B090-8625B971B46D}" type="datetimeFigureOut">
              <a:rPr lang="hr-HR" smtClean="0"/>
              <a:t>21.10.2026.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D40F982D-F6A7-10C4-B2DA-F13CAD2F6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179ACE21-C58B-FEE4-84A9-2A5A732D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AA56-D20D-4A87-8F69-76E1DBDAB55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46506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F068594-4EEF-0C76-EF20-406BB7D9B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937D0B41-8A3E-58BC-592D-73B7F831D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A2CA4A45-2DD0-E18E-7A21-CEAAFCC38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A8234C98-D983-63F7-9089-773788261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3BF6DF11-3FB1-BC57-ACF3-3026EAF6A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256F62B9-EBC0-45E3-3040-AF449DC9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3A8CC-0741-418E-B090-8625B971B46D}" type="datetimeFigureOut">
              <a:rPr lang="hr-HR" smtClean="0"/>
              <a:t>21.10.2026.</a:t>
            </a:fld>
            <a:endParaRPr lang="hr-HR"/>
          </a:p>
        </p:txBody>
      </p:sp>
      <p:sp>
        <p:nvSpPr>
          <p:cNvPr id="8" name="Rezervirano mjesto podnožja 7">
            <a:extLst>
              <a:ext uri="{FF2B5EF4-FFF2-40B4-BE49-F238E27FC236}">
                <a16:creationId xmlns:a16="http://schemas.microsoft.com/office/drawing/2014/main" id="{344074B9-8993-E1FE-EE6C-42AE4886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>
            <a:extLst>
              <a:ext uri="{FF2B5EF4-FFF2-40B4-BE49-F238E27FC236}">
                <a16:creationId xmlns:a16="http://schemas.microsoft.com/office/drawing/2014/main" id="{5C37429E-2577-4F3E-7AF5-FCA4479B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AA56-D20D-4A87-8F69-76E1DBDAB55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53867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73B2039-B11E-9710-078C-CF6AD455F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1B9B8986-4C03-92DD-2E61-DDBA16C53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3A8CC-0741-418E-B090-8625B971B46D}" type="datetimeFigureOut">
              <a:rPr lang="hr-HR" smtClean="0"/>
              <a:t>21.10.2026.</a:t>
            </a:fld>
            <a:endParaRPr lang="hr-HR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C10B2B63-D0BF-B6F6-AAEB-D58BE7EE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A3959178-34B3-3B06-18E4-6BA56CA2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AA56-D20D-4A87-8F69-76E1DBDAB55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82980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E149618D-EDA7-E7D6-1F59-96350206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3A8CC-0741-418E-B090-8625B971B46D}" type="datetimeFigureOut">
              <a:rPr lang="hr-HR" smtClean="0"/>
              <a:t>21.10.2026.</a:t>
            </a:fld>
            <a:endParaRPr lang="hr-HR"/>
          </a:p>
        </p:txBody>
      </p:sp>
      <p:sp>
        <p:nvSpPr>
          <p:cNvPr id="3" name="Rezervirano mjesto podnožja 2">
            <a:extLst>
              <a:ext uri="{FF2B5EF4-FFF2-40B4-BE49-F238E27FC236}">
                <a16:creationId xmlns:a16="http://schemas.microsoft.com/office/drawing/2014/main" id="{43BE7702-1B3F-5380-7631-9176569D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101D1CA7-5EF1-3EEC-6CCB-C221D45A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AA56-D20D-4A87-8F69-76E1DBDAB55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6304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D6022D1-C1EB-A6E3-9334-5E20388C4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FAA21C7-2313-D0CC-DD60-EBEB24CAB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77F2CBCC-0CFC-8DAA-6F32-2477AC98F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0C2714E5-5FCB-BD8F-4634-314732812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3A8CC-0741-418E-B090-8625B971B46D}" type="datetimeFigureOut">
              <a:rPr lang="hr-HR" smtClean="0"/>
              <a:t>21.10.2026.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28236C4E-6F25-5C43-6951-286EEFF6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404FC976-AEEB-6F5B-9FDF-1A9C914C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AA56-D20D-4A87-8F69-76E1DBDAB55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8698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C9E1B43-5F7C-E7A5-A812-B1BB07183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like 2">
            <a:extLst>
              <a:ext uri="{FF2B5EF4-FFF2-40B4-BE49-F238E27FC236}">
                <a16:creationId xmlns:a16="http://schemas.microsoft.com/office/drawing/2014/main" id="{EA91D29E-33DC-8632-1CA9-3FFDC0C6CB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8EA7AD2E-F444-D1FB-1532-0291951B8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5FE3F2F1-84C4-4D97-B049-632666373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3A8CC-0741-418E-B090-8625B971B46D}" type="datetimeFigureOut">
              <a:rPr lang="hr-HR" smtClean="0"/>
              <a:t>21.10.2026.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BFD090DB-54C3-874D-D53A-6E8A932E0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254AF781-4343-D1F5-6E54-F63FE0187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AA56-D20D-4A87-8F69-76E1DBDAB55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83863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83D79BC-769E-C954-DD8F-729DEE1BA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87D08F80-7CC9-A171-1A7F-282A347D9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83656404-9164-A1AD-21FB-525BB8E6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3A8CC-0741-418E-B090-8625B971B46D}" type="datetimeFigureOut">
              <a:rPr lang="hr-HR" smtClean="0"/>
              <a:t>21.10.2026.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7A1EDA09-C0E3-9746-7232-437D5DCD9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CC28669E-7A10-00D2-0A70-C4C44A35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AA56-D20D-4A87-8F69-76E1DBDAB55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72062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>
            <a:extLst>
              <a:ext uri="{FF2B5EF4-FFF2-40B4-BE49-F238E27FC236}">
                <a16:creationId xmlns:a16="http://schemas.microsoft.com/office/drawing/2014/main" id="{4346EFF6-8DFE-AA30-4275-581A5DD19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70752742-5E5F-F71F-AD8C-2E18C4DE6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B3C41180-DAD5-6AEA-048A-69289FDBE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3A8CC-0741-418E-B090-8625B971B46D}" type="datetimeFigureOut">
              <a:rPr lang="hr-HR" smtClean="0"/>
              <a:t>21.10.2026.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69CB47B3-29B9-A537-D25D-E85ADC05E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9D492A3E-36F5-1524-5AC9-B461DF0F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AA56-D20D-4A87-8F69-76E1DBDAB55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70782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C44261A6-CF14-5E12-50E0-1A668FE7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FDC06F3A-E4A9-D9BE-B7FA-A7C401D6B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99EE8303-5261-CAD8-2C31-0FD2A506D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3A8CC-0741-418E-B090-8625B971B46D}" type="datetimeFigureOut">
              <a:rPr lang="hr-HR" smtClean="0"/>
              <a:t>21.10.2026.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DE48AED2-38DE-A195-D334-25FE474D1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D4F4E30F-1AF3-FE03-A1ED-6AC0E1516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DAA56-D20D-4A87-8F69-76E1DBDAB55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4281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 descr="Izrada web stranica - xHosting.HR">
            <a:extLst>
              <a:ext uri="{FF2B5EF4-FFF2-40B4-BE49-F238E27FC236}">
                <a16:creationId xmlns:a16="http://schemas.microsoft.com/office/drawing/2014/main" id="{967657B0-14B1-2907-3B80-5D9D5E9D9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56" y="370800"/>
            <a:ext cx="12209908" cy="767973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5E802F73-8D99-5CBD-ECE1-6E1FBEAE8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715"/>
            <a:ext cx="9144000" cy="2387600"/>
          </a:xfrm>
        </p:spPr>
        <p:txBody>
          <a:bodyPr>
            <a:noAutofit/>
          </a:bodyPr>
          <a:lstStyle/>
          <a:p>
            <a:r>
              <a:rPr lang="hr-HR" sz="9600" dirty="0">
                <a:latin typeface="Impact" panose="020B0806030902050204" pitchFamily="34" charset="0"/>
              </a:rPr>
              <a:t>IZRADA  WEB  STRANICE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0823F966-497A-8E9D-1E04-74B88AECF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81259" y="5322230"/>
            <a:ext cx="9144000" cy="1655762"/>
          </a:xfrm>
        </p:spPr>
        <p:txBody>
          <a:bodyPr/>
          <a:lstStyle/>
          <a:p>
            <a:r>
              <a:rPr lang="hr-HR" dirty="0">
                <a:latin typeface="Impact" panose="020B0806030902050204" pitchFamily="34" charset="0"/>
              </a:rPr>
              <a:t>Borna </a:t>
            </a:r>
            <a:r>
              <a:rPr lang="hr-HR" dirty="0" err="1">
                <a:latin typeface="Impact" panose="020B0806030902050204" pitchFamily="34" charset="0"/>
              </a:rPr>
              <a:t>Biga</a:t>
            </a:r>
            <a:r>
              <a:rPr lang="hr-HR" dirty="0">
                <a:latin typeface="Impact" panose="020B0806030902050204" pitchFamily="34" charset="0"/>
              </a:rPr>
              <a:t>,  Jakov Galović,  </a:t>
            </a:r>
          </a:p>
          <a:p>
            <a:r>
              <a:rPr lang="hr-HR" dirty="0">
                <a:latin typeface="Impact" panose="020B0806030902050204" pitchFamily="34" charset="0"/>
              </a:rPr>
              <a:t>Vito Dumbović,  Lovro </a:t>
            </a:r>
            <a:r>
              <a:rPr lang="hr-HR" dirty="0" err="1">
                <a:latin typeface="Impact" panose="020B0806030902050204" pitchFamily="34" charset="0"/>
              </a:rPr>
              <a:t>Bunjan</a:t>
            </a:r>
            <a:endParaRPr lang="hr-HR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058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79329BF-083F-7CA5-FD15-DE86A2A3E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7200" dirty="0">
                <a:latin typeface="Impact" panose="020B0806030902050204" pitchFamily="34" charset="0"/>
              </a:rPr>
              <a:t>Opis posla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F3D9050-AAFC-F5CB-3B93-829E76DCE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hr-HR" dirty="0">
              <a:latin typeface="Impact" panose="020B0806030902050204" pitchFamily="34" charset="0"/>
            </a:endParaRPr>
          </a:p>
          <a:p>
            <a:pPr marL="0" indent="0">
              <a:buNone/>
            </a:pPr>
            <a:r>
              <a:rPr lang="hr-HR" sz="3000" dirty="0">
                <a:latin typeface="Impact" panose="020B0806030902050204" pitchFamily="34" charset="0"/>
              </a:rPr>
              <a:t>Naš tim čine četiri učenika koji zajedničkim radom sudjeluju u izradi web-stranice. </a:t>
            </a:r>
          </a:p>
          <a:p>
            <a:pPr marL="0" indent="0">
              <a:buNone/>
            </a:pPr>
            <a:endParaRPr lang="hr-HR" sz="3000" dirty="0">
              <a:latin typeface="Impact" panose="020B0806030902050204" pitchFamily="34" charset="0"/>
            </a:endParaRPr>
          </a:p>
          <a:p>
            <a:pPr marL="0" indent="0">
              <a:buNone/>
            </a:pPr>
            <a:r>
              <a:rPr lang="hr-HR" sz="3000" dirty="0" err="1">
                <a:latin typeface="Impact" panose="020B0806030902050204" pitchFamily="34" charset="0"/>
              </a:rPr>
              <a:t>Host</a:t>
            </a:r>
            <a:r>
              <a:rPr lang="hr-HR" sz="3000" dirty="0">
                <a:latin typeface="Impact" panose="020B0806030902050204" pitchFamily="34" charset="0"/>
              </a:rPr>
              <a:t> nam dodjeljuje zadatke koje planiramo, raspoređujemo i rješavamo u skladu s ciljevima projekta. </a:t>
            </a:r>
          </a:p>
          <a:p>
            <a:pPr marL="0" indent="0">
              <a:buNone/>
            </a:pPr>
            <a:endParaRPr lang="hr-HR" sz="3000" dirty="0">
              <a:latin typeface="Impact" panose="020B0806030902050204" pitchFamily="34" charset="0"/>
            </a:endParaRPr>
          </a:p>
          <a:p>
            <a:pPr marL="0" indent="0">
              <a:buNone/>
            </a:pPr>
            <a:r>
              <a:rPr lang="hr-HR" sz="3000" dirty="0">
                <a:latin typeface="Impact" panose="020B0806030902050204" pitchFamily="34" charset="0"/>
              </a:rPr>
              <a:t>Putem </a:t>
            </a:r>
            <a:r>
              <a:rPr lang="hr-HR" sz="3000" dirty="0" err="1">
                <a:latin typeface="Impact" panose="020B0806030902050204" pitchFamily="34" charset="0"/>
              </a:rPr>
              <a:t>GitHuba</a:t>
            </a:r>
            <a:r>
              <a:rPr lang="hr-HR" sz="3000" dirty="0">
                <a:latin typeface="Impact" panose="020B0806030902050204" pitchFamily="34" charset="0"/>
              </a:rPr>
              <a:t> dogovaramo se oko zadataka, pratimo napredak i povezujemo svoje ideje u jednu cjelinu.</a:t>
            </a:r>
          </a:p>
        </p:txBody>
      </p:sp>
    </p:spTree>
    <p:extLst>
      <p:ext uri="{BB962C8B-B14F-4D97-AF65-F5344CB8AC3E}">
        <p14:creationId xmlns:p14="http://schemas.microsoft.com/office/powerpoint/2010/main" val="91391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 descr="Umrežavanje u Windows 7 | PC CHIP">
            <a:extLst>
              <a:ext uri="{FF2B5EF4-FFF2-40B4-BE49-F238E27FC236}">
                <a16:creationId xmlns:a16="http://schemas.microsoft.com/office/drawing/2014/main" id="{9C3C0236-BA04-0F17-935F-B96819C18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0"/>
            <a:ext cx="12192000" cy="683626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A29E5E2-809E-2EA2-7F8B-8E5EB2B0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7200" dirty="0">
                <a:latin typeface="Impact" panose="020B0806030902050204" pitchFamily="34" charset="0"/>
              </a:rPr>
              <a:t>Cilj sprinta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5761C8B-9F86-1497-D9BD-ABA1B9290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hr-HR" sz="3000" dirty="0">
              <a:latin typeface="Impact" panose="020B0806030902050204" pitchFamily="34" charset="0"/>
            </a:endParaRPr>
          </a:p>
          <a:p>
            <a:pPr marL="0" indent="0">
              <a:buNone/>
            </a:pPr>
            <a:r>
              <a:rPr lang="hr-HR" sz="3000" dirty="0">
                <a:latin typeface="Impact" panose="020B0806030902050204" pitchFamily="34" charset="0"/>
              </a:rPr>
              <a:t>Cilj sprinta je uspješno izvršiti dodijeljene zadatke i ostvariti vidljiv napredak u izradi web-stranice.</a:t>
            </a:r>
          </a:p>
          <a:p>
            <a:pPr marL="0" indent="0">
              <a:buNone/>
            </a:pPr>
            <a:endParaRPr lang="hr-HR" sz="3000" dirty="0">
              <a:latin typeface="Impact" panose="020B0806030902050204" pitchFamily="34" charset="0"/>
            </a:endParaRPr>
          </a:p>
          <a:p>
            <a:pPr marL="0" indent="0">
              <a:buNone/>
            </a:pPr>
            <a:endParaRPr lang="hr-HR" sz="3000" dirty="0">
              <a:latin typeface="Impact" panose="020B0806030902050204" pitchFamily="34" charset="0"/>
            </a:endParaRPr>
          </a:p>
          <a:p>
            <a:pPr marL="0" indent="0">
              <a:buNone/>
            </a:pPr>
            <a:r>
              <a:rPr lang="hr-HR" sz="3000" dirty="0">
                <a:latin typeface="Impact" panose="020B0806030902050204" pitchFamily="34" charset="0"/>
              </a:rPr>
              <a:t> Kroz timski rad, dobru organizaciju i redovitu komunikaciju želimo razviti funkcionalno i kvalitetno rješenje u zadanom vremenu</a:t>
            </a:r>
            <a:r>
              <a:rPr lang="hr-HR" dirty="0">
                <a:latin typeface="Impact" panose="020B080603090205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807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Što učiniti da rad za računalom u uredu manje šteti vašem zdravlju –  savjeti – Racunalo.com">
            <a:extLst>
              <a:ext uri="{FF2B5EF4-FFF2-40B4-BE49-F238E27FC236}">
                <a16:creationId xmlns:a16="http://schemas.microsoft.com/office/drawing/2014/main" id="{50A72F7A-6DD7-D906-05F7-ED14372EC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84F7DED4-A0BD-F772-5938-6D1461281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67" y="218269"/>
            <a:ext cx="10515600" cy="1325563"/>
          </a:xfrm>
        </p:spPr>
        <p:txBody>
          <a:bodyPr>
            <a:normAutofit/>
          </a:bodyPr>
          <a:lstStyle/>
          <a:p>
            <a:r>
              <a:rPr lang="hr-HR" sz="7200" dirty="0">
                <a:latin typeface="Impact" panose="020B0806030902050204" pitchFamily="34" charset="0"/>
              </a:rPr>
              <a:t>Želimo: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AEA1768-5447-E5A0-93D7-356AFE2B5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1762100"/>
            <a:ext cx="8578391" cy="5024487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hr-HR" sz="9800" b="1" dirty="0">
                <a:latin typeface="Impact" panose="020B0806030902050204" pitchFamily="34" charset="0"/>
              </a:rPr>
              <a:t>Uspješnu suradnju</a:t>
            </a:r>
            <a:r>
              <a:rPr lang="hr-HR" sz="9800" dirty="0">
                <a:latin typeface="Impact" panose="020B0806030902050204" pitchFamily="34" charset="0"/>
              </a:rPr>
              <a:t> – međusobno dogovaranje, pomaganje i razmjena ideja.</a:t>
            </a:r>
          </a:p>
          <a:p>
            <a:pPr lvl="0"/>
            <a:endParaRPr lang="hr-HR" sz="9800" dirty="0">
              <a:latin typeface="Impact" panose="020B0806030902050204" pitchFamily="34" charset="0"/>
            </a:endParaRPr>
          </a:p>
          <a:p>
            <a:pPr lvl="0"/>
            <a:r>
              <a:rPr lang="hr-HR" sz="9800" b="1" dirty="0">
                <a:latin typeface="Impact" panose="020B0806030902050204" pitchFamily="34" charset="0"/>
              </a:rPr>
              <a:t>Dobru organizaciju</a:t>
            </a:r>
            <a:r>
              <a:rPr lang="hr-HR" sz="9800" dirty="0">
                <a:latin typeface="Impact" panose="020B0806030902050204" pitchFamily="34" charset="0"/>
              </a:rPr>
              <a:t> – jasno podijeljeni zadaci i odgovornost svakog člana tima.</a:t>
            </a:r>
          </a:p>
          <a:p>
            <a:pPr lvl="0"/>
            <a:endParaRPr lang="hr-HR" sz="9800" dirty="0">
              <a:latin typeface="Impact" panose="020B0806030902050204" pitchFamily="34" charset="0"/>
            </a:endParaRPr>
          </a:p>
          <a:p>
            <a:pPr lvl="0"/>
            <a:r>
              <a:rPr lang="hr-HR" sz="9800" b="1" dirty="0">
                <a:latin typeface="Impact" panose="020B0806030902050204" pitchFamily="34" charset="0"/>
              </a:rPr>
              <a:t>Učinkovitu komunikaciju</a:t>
            </a:r>
            <a:r>
              <a:rPr lang="hr-HR" sz="9800" dirty="0">
                <a:latin typeface="Impact" panose="020B0806030902050204" pitchFamily="34" charset="0"/>
              </a:rPr>
              <a:t> – korištenje </a:t>
            </a:r>
            <a:r>
              <a:rPr lang="hr-HR" sz="9800" dirty="0" err="1">
                <a:latin typeface="Impact" panose="020B0806030902050204" pitchFamily="34" charset="0"/>
              </a:rPr>
              <a:t>GitHuba</a:t>
            </a:r>
            <a:r>
              <a:rPr lang="hr-HR" sz="9800" dirty="0">
                <a:latin typeface="Impact" panose="020B0806030902050204" pitchFamily="34" charset="0"/>
              </a:rPr>
              <a:t> za praćenje zadataka i napretka.</a:t>
            </a:r>
          </a:p>
          <a:p>
            <a:pPr lvl="0"/>
            <a:endParaRPr lang="hr-HR" sz="9800" dirty="0">
              <a:latin typeface="Impact" panose="020B0806030902050204" pitchFamily="34" charset="0"/>
            </a:endParaRPr>
          </a:p>
          <a:p>
            <a:pPr lvl="0"/>
            <a:r>
              <a:rPr lang="hr-HR" sz="9800" b="1" dirty="0">
                <a:latin typeface="Impact" panose="020B0806030902050204" pitchFamily="34" charset="0"/>
              </a:rPr>
              <a:t>Kvalitetan rezultat</a:t>
            </a:r>
            <a:r>
              <a:rPr lang="hr-HR" sz="9800" dirty="0">
                <a:latin typeface="Impact" panose="020B0806030902050204" pitchFamily="34" charset="0"/>
              </a:rPr>
              <a:t> – izrada pregledne, funkcionalne i estetski privlačne web-stranice.</a:t>
            </a:r>
          </a:p>
          <a:p>
            <a:pPr lvl="0"/>
            <a:endParaRPr lang="hr-HR" sz="9800" dirty="0">
              <a:latin typeface="Impact" panose="020B0806030902050204" pitchFamily="34" charset="0"/>
            </a:endParaRPr>
          </a:p>
          <a:p>
            <a:pPr lvl="0"/>
            <a:r>
              <a:rPr lang="hr-HR" sz="9800" b="1" dirty="0">
                <a:latin typeface="Impact" panose="020B0806030902050204" pitchFamily="34" charset="0"/>
              </a:rPr>
              <a:t>Nove vještine</a:t>
            </a:r>
            <a:r>
              <a:rPr lang="hr-HR" sz="9800" dirty="0">
                <a:latin typeface="Impact" panose="020B0806030902050204" pitchFamily="34" charset="0"/>
              </a:rPr>
              <a:t> – stjecanje iskustva u programiranju, timskom radu i korištenju razvojnih alata.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633436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niOkvir 1">
            <a:extLst>
              <a:ext uri="{FF2B5EF4-FFF2-40B4-BE49-F238E27FC236}">
                <a16:creationId xmlns:a16="http://schemas.microsoft.com/office/drawing/2014/main" id="{22A0430C-661A-890F-9D10-234F187D34F9}"/>
              </a:ext>
            </a:extLst>
          </p:cNvPr>
          <p:cNvSpPr txBox="1"/>
          <p:nvPr/>
        </p:nvSpPr>
        <p:spPr>
          <a:xfrm>
            <a:off x="614313" y="579358"/>
            <a:ext cx="11717518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4800" dirty="0">
                <a:latin typeface="Impact" panose="020B0806030902050204" pitchFamily="34" charset="0"/>
              </a:rPr>
              <a:t>Četvero ljudi, jedna vizija;</a:t>
            </a:r>
          </a:p>
          <a:p>
            <a:r>
              <a:rPr lang="hr-HR" sz="4800" dirty="0">
                <a:latin typeface="Impact" panose="020B0806030902050204" pitchFamily="34" charset="0"/>
              </a:rPr>
              <a:t>Zajedničkim idejama gradimo više od web-stranice.</a:t>
            </a:r>
          </a:p>
          <a:p>
            <a:endParaRPr lang="hr-HR" sz="4800" dirty="0">
              <a:latin typeface="Impact" panose="020B0806030902050204" pitchFamily="34" charset="0"/>
            </a:endParaRPr>
          </a:p>
          <a:p>
            <a:r>
              <a:rPr lang="hr-HR" sz="4800" dirty="0">
                <a:latin typeface="Impact" panose="020B0806030902050204" pitchFamily="34" charset="0"/>
              </a:rPr>
              <a:t>Svaki zadatak prilika je za učenje, svaki sprint korak naprijed, a svaki član tima dio je zajedničkog uspjeha.</a:t>
            </a:r>
          </a:p>
          <a:p>
            <a:r>
              <a:rPr lang="hr-HR" sz="4800" dirty="0">
                <a:latin typeface="Impact" panose="020B0806030902050204" pitchFamily="34" charset="0"/>
              </a:rPr>
              <a:t>Zajedno stvaramo. Zajedno napredujemo.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37878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niOkvir 1">
            <a:extLst>
              <a:ext uri="{FF2B5EF4-FFF2-40B4-BE49-F238E27FC236}">
                <a16:creationId xmlns:a16="http://schemas.microsoft.com/office/drawing/2014/main" id="{84EA374A-F0BD-22F5-6ED5-68B176850680}"/>
              </a:ext>
            </a:extLst>
          </p:cNvPr>
          <p:cNvSpPr txBox="1"/>
          <p:nvPr/>
        </p:nvSpPr>
        <p:spPr>
          <a:xfrm>
            <a:off x="173736" y="2536448"/>
            <a:ext cx="1229868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0" dirty="0">
                <a:latin typeface="Impact" panose="020B0806030902050204" pitchFamily="34" charset="0"/>
              </a:rPr>
              <a:t>Hvala Vam na pažnji!</a:t>
            </a:r>
          </a:p>
        </p:txBody>
      </p:sp>
    </p:spTree>
    <p:extLst>
      <p:ext uri="{BB962C8B-B14F-4D97-AF65-F5344CB8AC3E}">
        <p14:creationId xmlns:p14="http://schemas.microsoft.com/office/powerpoint/2010/main" val="31547632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207</Words>
  <Application>Microsoft Office PowerPoint</Application>
  <PresentationFormat>Široki zaslon</PresentationFormat>
  <Paragraphs>32</Paragraphs>
  <Slides>6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Impact</vt:lpstr>
      <vt:lpstr>Tema sustava Office</vt:lpstr>
      <vt:lpstr>IZRADA  WEB  STRANICE</vt:lpstr>
      <vt:lpstr>Opis posla</vt:lpstr>
      <vt:lpstr>Cilj sprinta</vt:lpstr>
      <vt:lpstr>Želimo: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pc4</dc:creator>
  <cp:lastModifiedBy>pc4</cp:lastModifiedBy>
  <cp:revision>1</cp:revision>
  <dcterms:created xsi:type="dcterms:W3CDTF">2026-10-21T10:28:43Z</dcterms:created>
  <dcterms:modified xsi:type="dcterms:W3CDTF">2026-10-21T10:48:41Z</dcterms:modified>
</cp:coreProperties>
</file>